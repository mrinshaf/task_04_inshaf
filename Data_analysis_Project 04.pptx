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A711F-849A-4CC8-9CE9-6306D17D1B6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BDCF9-D463-49C3-B6B4-F8C2551DC7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CBDCF9-D463-49C3-B6B4-F8C2551DC7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52392-3C4E-45EA-910D-6E0E64576E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2BBE4-B6B2-4535-9152-261BDC2287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Products Exceed $150k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657600"/>
          </a:xfrm>
        </p:spPr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Screenshot 2026-06-07 1835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24000"/>
            <a:ext cx="6058416" cy="37396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486400"/>
            <a:ext cx="754623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 the upcoming year 2026, new marketing strategies are needed to increase </a:t>
            </a:r>
          </a:p>
          <a:p>
            <a:r>
              <a:rPr lang="en-US" dirty="0" smtClean="0"/>
              <a:t>the sales of Phones and Desks. At the same time, the current market position</a:t>
            </a:r>
          </a:p>
          <a:p>
            <a:r>
              <a:rPr lang="en-US" dirty="0" smtClean="0"/>
              <a:t>of Chairs, Printers, and Laptops should be maintained.</a:t>
            </a:r>
          </a:p>
          <a:p>
            <a:pPr algn="r"/>
            <a:r>
              <a:rPr lang="en-US" sz="1400" dirty="0" err="1" smtClean="0"/>
              <a:t>Sourece:sales</a:t>
            </a:r>
            <a:r>
              <a:rPr lang="en-US" sz="1400" dirty="0" smtClean="0"/>
              <a:t> </a:t>
            </a:r>
            <a:r>
              <a:rPr lang="en-US" sz="1400" dirty="0" err="1" smtClean="0"/>
              <a:t>perfomance</a:t>
            </a:r>
            <a:r>
              <a:rPr lang="en-US" sz="1400" dirty="0" smtClean="0"/>
              <a:t> report(2023-2025)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Marketing &amp;Promotion</a:t>
            </a:r>
            <a:endParaRPr lang="en-US" sz="4000" b="1" dirty="0"/>
          </a:p>
        </p:txBody>
      </p:sp>
      <p:pic>
        <p:nvPicPr>
          <p:cNvPr id="4" name="Content Placeholder 3" descr="Screenshot 2026-06-07 19065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219200"/>
            <a:ext cx="5867400" cy="3124200"/>
          </a:xfrm>
        </p:spPr>
      </p:pic>
      <p:sp>
        <p:nvSpPr>
          <p:cNvPr id="5" name="TextBox 4"/>
          <p:cNvSpPr txBox="1"/>
          <p:nvPr/>
        </p:nvSpPr>
        <p:spPr>
          <a:xfrm>
            <a:off x="914400" y="4572000"/>
            <a:ext cx="779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New customers should be attracted through Social Media Ads, Google Ads, and Influencer Marketing.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105400"/>
            <a:ext cx="7482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If your products are not yet being sold online (through Amazon or </a:t>
            </a:r>
            <a:r>
              <a:rPr lang="en-US" sz="1400" dirty="0" err="1" smtClean="0"/>
              <a:t>Flipkart</a:t>
            </a:r>
            <a:r>
              <a:rPr lang="en-US" sz="1400" dirty="0" smtClean="0"/>
              <a:t>), you should start online </a:t>
            </a:r>
          </a:p>
          <a:p>
            <a:r>
              <a:rPr lang="en-US" sz="1400" dirty="0" smtClean="0"/>
              <a:t>sales immediately.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867400"/>
            <a:ext cx="821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Sales should be expanded beyond the current markets by targeting new cities or new customer segments .</a:t>
            </a:r>
            <a:endParaRPr lang="en-US" sz="1400" dirty="0"/>
          </a:p>
        </p:txBody>
      </p:sp>
    </p:spTree>
  </p:cSld>
  <p:clrMapOvr>
    <a:masterClrMapping/>
  </p:clrMapOvr>
  <p:transition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0"/>
            <a:ext cx="8229600" cy="1295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Digitize your sales and achieve success. Thank you, goodbye!</a:t>
            </a:r>
            <a:endParaRPr lang="en-US" dirty="0"/>
          </a:p>
        </p:txBody>
      </p:sp>
    </p:spTree>
  </p:cSld>
  <p:clrMapOvr>
    <a:masterClrMapping/>
  </p:clrMapOvr>
  <p:transition>
    <p:wipe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121</Words>
  <Application>Microsoft Office PowerPoint</Application>
  <PresentationFormat>On-screen Show (4:3)</PresentationFormat>
  <Paragraphs>17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All Products Exceed $150k</vt:lpstr>
      <vt:lpstr>Marketing &amp;Promotion</vt:lpstr>
      <vt:lpstr>Digitize your sales and achieve success. Thank you, goodbye!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C.M. Inshaf</dc:creator>
  <cp:lastModifiedBy>C.M. Inshaf</cp:lastModifiedBy>
  <cp:revision>8</cp:revision>
  <dcterms:created xsi:type="dcterms:W3CDTF">2026-06-08T00:06:05Z</dcterms:created>
  <dcterms:modified xsi:type="dcterms:W3CDTF">2026-06-08T02:50:56Z</dcterms:modified>
</cp:coreProperties>
</file>